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 3 is about isolating the class under test. We learn the five test doubles, when to use each, and the Dependency Injection principle that makes them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can test logic and UI. Today: how to isolate a class from its real collaborators so tests stay fast and deterministic.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common mistake is mocking everything. Prefer fakes and stubs; mock only at true boundaries like network, database and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Stubs, Mocks &amp; Dependency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i="0">
                <a:solidFill>
                  <a:srgbClr val="3DDC84"/>
                </a:solidFill>
                <a:latin typeface="Calibri"/>
              </a:rPr>
              <a:t>Class 3 — Test doubles and how DI enables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F2F4F7"/>
                </a:solidFill>
                <a:latin typeface="Calibri"/>
              </a:rPr>
              <a:t>Dummy · Stub · Fake · Spy · Mock  ·  MockK  ·  constructor injection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Where we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1.  Unit, integration and UI tests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2.  TDD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3.  Mocks, stubs and fakes  ◀  today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4.  UI testing and CI/CD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5.  Fixing flaky tests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6.  Catching bugs, plus the exam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Today — 3 hours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03120"/>
                <a:gridCol w="658368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0:10–0:50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Theory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Test doubles + DI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0:50–1:05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Live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Refactor LoginService behind an interface + a fake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1:15–2:00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Exercise 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Fakes, stubs &amp; MockK mocks on the auth layer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2:00–2:45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Exercise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ShopViewModel + ProductRepository with doubles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2:45–3:00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Wrap-up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Compare doubles, pitfalls, homework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Why fake a collaborator?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Real collaborators can be slow (network, database, disk)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Non-deterministic: time, randomness, the network being down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Have side effects you don't want in a test (emails, payments)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Hard to force into an error state on demand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 double gives you a fast, predictable, controllable stand-in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What is a test double?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 stand-in for a real collaborator of the class under test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SUT = System Under Test (the class you're testing)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Collaborator = a dependency the SUT talks to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The double replaces the collaborator so the test controls it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Term coined by Gerard Meszaros; taxonomy popularised by Martin Fowler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The five doubles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Dummy — passed to fill a parameter, never actually used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Stub — returns canned answers to calls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Fake — a real but lightweight implementation (in-memory)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Spy — a stub that also records how it was called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Mock — pre-programmed with expectations, verifies behaviour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54880"/>
            <a:ext cx="1965960" cy="914400"/>
          </a:xfrm>
          <a:prstGeom prst="round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Dummy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4754880"/>
            <a:ext cx="1965960" cy="914400"/>
          </a:xfrm>
          <a:prstGeom prst="roundRect">
            <a:avLst/>
          </a:prstGeom>
          <a:solidFill>
            <a:srgbClr val="1B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Stub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4754880"/>
            <a:ext cx="1965960" cy="914400"/>
          </a:xfrm>
          <a:prstGeom prst="round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Fake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754880"/>
            <a:ext cx="1965960" cy="914400"/>
          </a:xfrm>
          <a:prstGeom prst="round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Spy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4754880"/>
            <a:ext cx="1965960" cy="91440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6072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1">
                <a:solidFill>
                  <a:srgbClr val="5A6A7A"/>
                </a:solidFill>
                <a:latin typeface="Calibri"/>
              </a:rPr>
              <a:t>just data  ←——————————————————————→  verifies behaviour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Dummy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An object passed only to satisfy a parameter list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Never used by the code path under test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Often just null, a no-op, or an empty object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Example: a Logger you must pass but the test never inspects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Stub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Provides canned answers to the calls made during the test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No logic, no verification — just data in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You assert on the SUT's result → state verification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MockK: every { repo.passwordFor(any()) } returns "password123"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Fake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 working implementation — but not production-ready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Classic example: an in-memory repository instead of a real database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Reads naturally and is reusable across many tests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Often the clearest double: it's just a small class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Spy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 stub (or real object) that also records how it was called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Lets you keep real behaviour and still verify interactions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Useful to wrap an existing fake and assert on its calls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MockK: spyk(FakeUserRepository())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Mock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Pre-programmed with expectations about the calls it should receive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The test fails if those interactions don't happen as specified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You assert the SUT talked to it correctly → behaviour verification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MockK: verify(exactly = 1) { repo.passwordFor("ana@example.com")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Stub vs Mock — the key distinction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51960"/>
                <a:gridCol w="425196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Stub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Mock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Data flows IN to the SUT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Calls flow OUT of the SUT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You assert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SUT state / return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That the call happened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Style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State verification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Interaction verification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Breaks when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The result is wrong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The collaboration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Prefer when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You need data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The interaction IS the behaviour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MockK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20040"/>
            <a:ext cx="640080" cy="50292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5212080"/>
          </a:xfrm>
          <a:prstGeom prst="rect">
            <a:avLst/>
          </a:prstGeom>
          <a:solidFill>
            <a:srgbClr val="1E1E2E"/>
          </a:solidFill>
          <a:ln w="12700">
            <a:solidFill>
              <a:srgbClr val="1B4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82880" rIns="182880" bIns="182880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val repo = mockk&lt;UserRepository&gt;()                  // strict by default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7EC699"/>
                </a:solidFill>
                <a:latin typeface="Consolas"/>
              </a:rPr>
              <a:t>// STUB a return value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every { repo.passwordFor("a@b.com") } returns "secret"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every { repo.passwordFor(any()) } throws IOException()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7EC699"/>
                </a:solidFill>
                <a:latin typeface="Consolas"/>
              </a:rPr>
              <a:t>// VERIFY an interaction (this is what makes it a mock)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verify { repo.passwordFor("a@b.com") }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verify(exactly = 0) { repo.passwordFor(any()) }     // was NOT called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confirmVerified(repo)                               // nothing else happened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val relaxed = mockk&lt;UserRepository&gt;(relaxed = true) // auto-returns defaults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val spy = spyk(FakeUserRepository())                // real behaviour + recording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7EC699"/>
                </a:solidFill>
                <a:latin typeface="Consolas"/>
              </a:rPr>
              <a:t>// suspend functions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coEvery { api.passwordFor(any()) } returns "secret"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coVerify { api.passwordFor(any())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Which double should I reach for?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0"/>
                <a:gridCol w="320040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You need to…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Fill a parameter you never use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Dummy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Feed canned data and check a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Stub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Replace a DB/network with something that really works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Fake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Keep real behaviour but verify a 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Spy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Prove the SUT called a collaborator correctly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Mock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5A6A7A"/>
                </a:solidFill>
                <a:latin typeface="Calibri"/>
              </a:rPr>
              <a:t>Rule of thumb: prefer fakes/stubs; reach for a mock when the interaction is the behaviour.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Dependency Injection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 class receives its dependencies from outside instead of creating them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Most common form: pass them through the constructor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Production passes the real thing; tests pass a double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No framework required — DI is a principle, not a library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Depend on abstractions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Dependency Inversion Principle: depend on an interface, not a concrete class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High-level code (LoginService) shouldn't know the low-level detail (UserStore)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Both depend on the abstraction (UserRepository)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Inversion of Control: who creates the dependency moves up and out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The result: collaborators become swappable — including for doubles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Constructor injection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E53E3E"/>
                </a:solidFill>
                <a:latin typeface="Calibri"/>
              </a:rPr>
              <a:t>Before — welded to a concrete 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828800"/>
            <a:ext cx="3108960" cy="914400"/>
          </a:xfrm>
          <a:prstGeom prst="roundRect">
            <a:avLst/>
          </a:prstGeom>
          <a:solidFill>
            <a:srgbClr val="1B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LoginService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3657600"/>
            <a:ext cx="3108960" cy="91440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new UserStore()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743200" y="2834640"/>
            <a:ext cx="548640" cy="731520"/>
          </a:xfrm>
          <a:prstGeom prst="downArrow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3DDC84"/>
                </a:solidFill>
                <a:latin typeface="Calibri"/>
              </a:rPr>
              <a:t>After — depends on an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828800"/>
            <a:ext cx="3291840" cy="914400"/>
          </a:xfrm>
          <a:prstGeom prst="roundRect">
            <a:avLst/>
          </a:prstGeom>
          <a:solidFill>
            <a:srgbClr val="1B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LoginService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383280"/>
            <a:ext cx="3291840" cy="822960"/>
          </a:xfrm>
          <a:prstGeom prst="round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«interface»  UserRepository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686800" y="2788920"/>
            <a:ext cx="548640" cy="548640"/>
          </a:xfrm>
          <a:prstGeom prst="downArrow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4663440"/>
            <a:ext cx="2103120" cy="77724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UserStore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4663440"/>
            <a:ext cx="2103120" cy="77724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Fake / Mock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635240" y="4206240"/>
            <a:ext cx="1325880" cy="457200"/>
          </a:xfrm>
          <a:prstGeom prst="bentConnector3">
            <a:avLst/>
          </a:prstGeom>
          <a:ln w="15875">
            <a:solidFill>
              <a:srgbClr val="5A6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20" y="4206240"/>
            <a:ext cx="1234440" cy="457200"/>
          </a:xfrm>
          <a:prstGeom prst="bentConnector3">
            <a:avLst/>
          </a:prstGeom>
          <a:ln w="15875">
            <a:solidFill>
              <a:srgbClr val="5A6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Ways to inject dependencies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5120640"/>
                <a:gridCol w="292608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Manual / constructor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Pass dependencies by hand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Small apps, this course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Composition root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One place wires the graph (the Activity)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Keeps wiring out of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Service Locator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A registry you ask for dependencies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Simple, but hides deps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Hilt / Dagger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Annotation-based DI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Larger Android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DI makes doubles trivial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20040"/>
            <a:ext cx="640080" cy="50292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5212080"/>
          </a:xfrm>
          <a:prstGeom prst="rect">
            <a:avLst/>
          </a:prstGeom>
          <a:solidFill>
            <a:srgbClr val="1E1E2E"/>
          </a:solidFill>
          <a:ln w="12700">
            <a:solidFill>
              <a:srgbClr val="1B4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82880" rIns="182880" bIns="182880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interface UserRepository {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fun passwordFor(email: String): String?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7EC699"/>
                </a:solidFill>
                <a:latin typeface="Consolas"/>
              </a:rPr>
              <a:t>// Production implementation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class UserStore : UserRepository {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private val users = mapOf("ana@example.com" to "password123")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override fun passwordFor(email: String) = users[email]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7EC699"/>
                </a:solidFill>
                <a:latin typeface="Consolas"/>
              </a:rPr>
              <a:t>// SUT depends on the ABSTRACTION, with a real default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class LoginService(private val users: UserRepository = UserStore()) {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fun login(email: String, password: String): LoginResult { /* ... */ }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7EC699"/>
                </a:solidFill>
                <a:latin typeface="Consolas"/>
              </a:rPr>
              <a:t>// A test hands it a fake — no network, no real store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val service = LoginService(FakeUserRepository().withUser("ana@example.com", "password123"))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Pitfalls &amp; anti-patterns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Over-mocking: tests mirror the implementation and break on every refactor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Don't mock types you don't own — wrap the SDK behind your own interface first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Don't mock value objects (Product, LoginResult) — just construct them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 mock with no verification is really just a stub — name it honestly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Too many mocks in one test is a design smell: the class has too many collaborators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Summary &amp; exercise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 i="0">
                <a:solidFill>
                  <a:srgbClr val="F2F4F7"/>
                </a:solidFill>
                <a:latin typeface="Calibri"/>
              </a:rPr>
              <a:t>•  A test double stands in for a real collaborator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F2F4F7"/>
                </a:solidFill>
                <a:latin typeface="Calibri"/>
              </a:rPr>
              <a:t>•  Stub = state verification; Mock = interaction verification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F2F4F7"/>
                </a:solidFill>
                <a:latin typeface="Calibri"/>
              </a:rPr>
              <a:t>•  DI (constructor + interface) is what makes doubles possible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F2F4F7"/>
                </a:solidFill>
                <a:latin typeface="Calibri"/>
              </a:rPr>
              <a:t>•  The composition root is the only place that knows concrete types</a:t>
            </a:r>
          </a:p>
          <a:p>
            <a:pPr>
              <a:spcAft>
                <a:spcPts val="1200"/>
              </a:spcAft>
            </a:pPr>
            <a:r>
              <a:rPr sz="2100" b="1" i="0">
                <a:solidFill>
                  <a:srgbClr val="3DDC84"/>
                </a:solidFill>
                <a:latin typeface="Calibri"/>
              </a:rPr>
              <a:t>•  Exercise 1: fakes, stubs &amp; MockK mocks on LoginService / UserRepository</a:t>
            </a:r>
          </a:p>
          <a:p>
            <a:pPr>
              <a:spcAft>
                <a:spcPts val="1200"/>
              </a:spcAft>
            </a:pPr>
            <a:r>
              <a:rPr sz="2100" b="1" i="0">
                <a:solidFill>
                  <a:srgbClr val="3DDC84"/>
                </a:solidFill>
                <a:latin typeface="Calibri"/>
              </a:rPr>
              <a:t>•  Exercise 2: ShopViewModel + ProductRepository tested with doubles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